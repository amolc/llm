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Foundations of LLM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Architecture, Scaling Laws, Model Types, Benchmarking, Cost &amp; Latency</a:t>
            </a:r>
          </a:p>
          <a:p>
            <a:r>
              <a:t>Course: Generative AI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how LLMs work</a:t>
            </a:r>
          </a:p>
          <a:p>
            <a:r>
              <a:t>Understand scaling laws</a:t>
            </a:r>
          </a:p>
          <a:p>
            <a:r>
              <a:t>Compare open vs closed models</a:t>
            </a:r>
          </a:p>
          <a:p>
            <a:r>
              <a:t>Understand SLM vs LLM tradeoffs</a:t>
            </a:r>
          </a:p>
          <a:p>
            <a:r>
              <a:t>Learn benchmarking concepts</a:t>
            </a:r>
          </a:p>
          <a:p>
            <a:r>
              <a:t>Understand cost &amp; latency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When You Send a Prompt?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→ Tokenization → Embeddings → Transformer Layers → Next Token Prediction</a:t>
            </a:r>
          </a:p>
          <a:p>
            <a:r>
              <a:t>LLMs generate text by predicting the most probable next token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is split into tokens</a:t>
            </a:r>
          </a:p>
          <a:p>
            <a:r>
              <a:t>Tokens are the basic units processed by LLMs</a:t>
            </a:r>
          </a:p>
          <a:p>
            <a:r>
              <a:t>Tokens determine cost and context length</a:t>
            </a:r>
          </a:p>
          <a:p>
            <a:r>
              <a:t>Example: 'Machine learning is amazing' → ['Machine','learning','is','amazing']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Tokens are converted to vectors</a:t>
            </a:r>
          </a:p>
          <a:p>
            <a:r>
              <a:t>Vectors represent semantic meaning</a:t>
            </a:r>
          </a:p>
          <a:p>
            <a:r>
              <a:t>Similar words have similar vectors</a:t>
            </a:r>
          </a:p>
          <a:p>
            <a:r>
              <a:t>Embeddings enable similarity search and retrieval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token attends to every other token</a:t>
            </a:r>
          </a:p>
          <a:p>
            <a:r>
              <a:t>The model learns relationships between words</a:t>
            </a:r>
          </a:p>
          <a:p>
            <a:r>
              <a:t>Example: pronoun resolution ('it' referring to 'animal')</a:t>
            </a:r>
          </a:p>
          <a:p>
            <a:r>
              <a:t>Attention = weighted importance between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r>
              <a:t>Multi-head attention</a:t>
            </a:r>
          </a:p>
          <a:p>
            <a:r>
              <a:t>Feed-forward neural networks</a:t>
            </a:r>
          </a:p>
          <a:p>
            <a:r>
              <a:t>Residual connections</a:t>
            </a:r>
          </a:p>
          <a:p>
            <a:r>
              <a:t>Layer normalization</a:t>
            </a:r>
          </a:p>
          <a:p>
            <a:r>
              <a:t>Modern LLMs stack dozens of these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improves with:</a:t>
            </a:r>
          </a:p>
          <a:p>
            <a:r>
              <a:t>Larger models</a:t>
            </a:r>
          </a:p>
          <a:p>
            <a:r>
              <a:t>More data</a:t>
            </a:r>
          </a:p>
          <a:p>
            <a:r>
              <a:t>More compute</a:t>
            </a:r>
          </a:p>
          <a:p>
            <a:r>
              <a:t>Scaling laws describe predictable improvements as models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Chinchilla Scaling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Optimal performance requires balance between model size and data</a:t>
            </a:r>
          </a:p>
          <a:p>
            <a:r>
              <a:t>Rule of thumb:</a:t>
            </a:r>
          </a:p>
          <a:p>
            <a:r>
              <a:t>Tokens ≈ 20 × parameters</a:t>
            </a:r>
          </a:p>
          <a:p>
            <a:r>
              <a:t>Training data is as important as model 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vs Closed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models: weights available, self-hosting possible</a:t>
            </a:r>
          </a:p>
          <a:p>
            <a:r>
              <a:t>Closed models: API-only access</a:t>
            </a:r>
          </a:p>
          <a:p>
            <a:r>
              <a:t>Open = more control</a:t>
            </a:r>
          </a:p>
          <a:p>
            <a:r>
              <a:t>Closed = typically higher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models: Llama, Mistral, Falcon</a:t>
            </a:r>
          </a:p>
          <a:p>
            <a:r>
              <a:t>Closed models: GPT-4, Claude, Gemini</a:t>
            </a:r>
          </a:p>
          <a:p>
            <a:r>
              <a:t>Organizations choose based on cost, privacy, and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SLM vs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SLM: Small Language Models (1B–10B parameters)</a:t>
            </a:r>
          </a:p>
          <a:p>
            <a:r>
              <a:t>LLM: Large Language Models (20B–100B+)</a:t>
            </a:r>
          </a:p>
          <a:p>
            <a:r>
              <a:t>SLMs are cheaper and faster</a:t>
            </a:r>
          </a:p>
          <a:p>
            <a:r>
              <a:t>LLMs offer stronger reasoning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Small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support bots</a:t>
            </a:r>
          </a:p>
          <a:p>
            <a:r>
              <a:t>Internal enterprise assistants</a:t>
            </a:r>
          </a:p>
          <a:p>
            <a:r>
              <a:t>Edge devices</a:t>
            </a:r>
          </a:p>
          <a:p>
            <a:r>
              <a:t>Low-latency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Benchmarking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Benchmarks measure model capabilities</a:t>
            </a:r>
          </a:p>
          <a:p>
            <a:r>
              <a:t>Common benchmarks:</a:t>
            </a:r>
          </a:p>
          <a:p>
            <a:r>
              <a:t>MMLU (knowledge)</a:t>
            </a:r>
          </a:p>
          <a:p>
            <a:r>
              <a:t>GSM8K (math reasoning)</a:t>
            </a:r>
          </a:p>
          <a:p>
            <a:r>
              <a:t>HumanEval (coding)</a:t>
            </a:r>
          </a:p>
          <a:p>
            <a:r>
              <a:t>HELM (holistic evaluation)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Benchmarks do not equal real-world performance</a:t>
            </a:r>
          </a:p>
          <a:p>
            <a:r>
              <a:t>Real systems depend on:</a:t>
            </a:r>
          </a:p>
          <a:p>
            <a:r>
              <a:t>Prompt design</a:t>
            </a:r>
          </a:p>
          <a:p>
            <a:r>
              <a:t>Retrieval systems (RAG)</a:t>
            </a:r>
          </a:p>
          <a:p>
            <a:r>
              <a:t>Fine-tuning and evaluation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of LLM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APIs charge per token</a:t>
            </a:r>
          </a:p>
          <a:p>
            <a:r>
              <a:t>Cost = input tokens + output tokens</a:t>
            </a:r>
          </a:p>
          <a:p>
            <a:r>
              <a:t>Large prompts increase cost</a:t>
            </a:r>
          </a:p>
          <a:p>
            <a:r>
              <a:t>Efficient prompts reduce expenses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in LLM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 depends on:</a:t>
            </a:r>
          </a:p>
          <a:p>
            <a:r>
              <a:t>Model size</a:t>
            </a:r>
          </a:p>
          <a:p>
            <a:r>
              <a:t>Context length</a:t>
            </a:r>
          </a:p>
          <a:p>
            <a:r>
              <a:t>Hardware</a:t>
            </a:r>
          </a:p>
          <a:p>
            <a:r>
              <a:t>Batching strategies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Tradeoff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system balances:</a:t>
            </a:r>
          </a:p>
          <a:p>
            <a:r>
              <a:t>Accuracy</a:t>
            </a:r>
          </a:p>
          <a:p>
            <a:r>
              <a:t>Cost</a:t>
            </a:r>
          </a:p>
          <a:p>
            <a:r>
              <a:t>Latency</a:t>
            </a:r>
          </a:p>
          <a:p>
            <a:r>
              <a:t>Engineering decisions determine optimal balance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use transformers and attention</a:t>
            </a:r>
          </a:p>
          <a:p>
            <a:r>
              <a:t>Scaling laws guide model training</a:t>
            </a:r>
          </a:p>
          <a:p>
            <a:r>
              <a:t>Open vs closed models affect deployment</a:t>
            </a:r>
          </a:p>
          <a:p>
            <a:r>
              <a:t>Small models are increasingly useful</a:t>
            </a:r>
          </a:p>
          <a:p>
            <a:r>
              <a:t>Benchmarking and cost matter in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